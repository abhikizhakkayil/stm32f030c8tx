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STM32 Development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Abhinandh K</a:t>
            </a:r>
          </a:p>
          <a:p>
            <a:pPr/>
            <a:r>
              <a:t>SIMATS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Conventional dev kits are bulky</a:t>
            </a:r>
          </a:p>
          <a:p>
            <a:pPr/>
            <a:r>
              <a:t>Require external power modules</a:t>
            </a:r>
          </a:p>
          <a:p>
            <a:pPr/>
            <a:r>
              <a:t>Not product-ready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Integrated system design</a:t>
            </a:r>
          </a:p>
          <a:p>
            <a:pPr/>
            <a:r>
              <a:t>No external modules needed</a:t>
            </a:r>
          </a:p>
          <a:p>
            <a:pPr/>
            <a:r>
              <a:t>Supports real-world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/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Li-Ion battery support</a:t>
            </a:r>
          </a:p>
          <a:p>
            <a:pPr/>
            <a:r>
              <a:t>DC-DC power conversion</a:t>
            </a:r>
          </a:p>
          <a:p>
            <a:pPr/>
            <a:r>
              <a:t>Compact 2-layer PCB</a:t>
            </a:r>
          </a:p>
          <a:p>
            <a:pPr/>
            <a:r>
              <a:t>USB + SWD 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Less flexible than dev kits</a:t>
            </a:r>
          </a:p>
          <a:p>
            <a:pPr/>
            <a:r>
              <a:t>Hardware debugging is harder</a:t>
            </a:r>
          </a:p>
          <a:p>
            <a:pPr/>
            <a:r>
              <a:t>Routing constraints (2-layer PCB)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 Kit: External battery support</a:t>
            </a:r>
          </a:p>
          <a:p>
            <a:pPr/>
            <a:r>
              <a:t>Custom Board: Integrated power system</a:t>
            </a:r>
          </a:p>
          <a:p>
            <a:pPr/>
            <a:r>
              <a:t>Dev Kit: Not product-ready</a:t>
            </a:r>
          </a:p>
          <a:p>
            <a:pPr/>
            <a:r>
              <a:t>Custom Board: Product-ready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IoT devices</a:t>
            </a:r>
          </a:p>
          <a:p>
            <a:pPr/>
            <a:r>
              <a:t>Portable systems</a:t>
            </a:r>
          </a:p>
          <a:p>
            <a:pPr/>
            <a:r>
              <a:t>Battery-powered electronics</a:t>
            </a:r>
          </a:p>
          <a:p>
            <a:pPr/>
            <a:r>
              <a:t>Industrial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Compact embedded solution</a:t>
            </a:r>
          </a:p>
          <a:p>
            <a:pPr/>
            <a:r>
              <a:t>Integrated power system</a:t>
            </a:r>
          </a:p>
          <a:p>
            <a:pPr/>
            <a:r>
              <a:t>Suitable for real-world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STM32 Nucleo / Discovery Boards -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USB 5V to 3.3V regulator</a:t>
            </a:r>
          </a:p>
          <a:p>
            <a:pPr/>
            <a:r>
              <a:t>External 5V supported</a:t>
            </a:r>
          </a:p>
          <a:p>
            <a:pPr/>
            <a:r>
              <a:t>No built-in battery charging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Setup for Dev 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Battery → TP4056 → Boost/Buck → Board</a:t>
            </a:r>
          </a:p>
          <a:p>
            <a:pPr/>
            <a:r>
              <a:t>Extra modules required</a:t>
            </a:r>
          </a:p>
          <a:p>
            <a:pPr/>
            <a:r>
              <a:t>Bulky and inefficient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Specialty of Custom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All-in-one design</a:t>
            </a:r>
          </a:p>
          <a:p>
            <a:pPr/>
            <a:r>
              <a:t>Battery + Charging integrated</a:t>
            </a:r>
          </a:p>
          <a:p>
            <a:pPr/>
            <a:r>
              <a:t>Efficient power management</a:t>
            </a:r>
          </a:p>
          <a:p>
            <a:pPr/>
            <a:r>
              <a:t>Compact and portable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